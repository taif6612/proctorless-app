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0f9-3902-8895-8000-0000f91bb924.png?kimi-sig=oKwR1PyMhNkGjNgofBj6PeoMlrWkVIb_b0ZOUk1Z9r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49422" y="7831095"/>
            <a:ext cx="1729946" cy="0"/>
          </a:xfrm>
          <a:prstGeom prst="line">
            <a:avLst/>
          </a:prstGeom>
          <a:noFill/>
          <a:ln w="304800">
            <a:solidFill>
              <a:srgbClr val="333333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9-c9d2-81b0-8000-00002d3d3185.png?kimi-sig=ZUbpSarPCfj1hFKtmxvtPwEKy7GgWkNNsAd4fktGU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4-0482-864c-8000-000024887001.png?kimi-sig=fvT825UXo2xUubxzzRklnaJA7M6r0XxUw0zyzqARDA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0fe-1f22-8c23-8000-0000473ab24a.png?kimi-sig=Vb8aacExI-oi5oV3Awuuy0R9RjT4wcx2oApLXw_XMj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5-9be2-8cf3-8000-000027b4908d.png?kimi-sig=noms6ZNupUXtWMFU4uqt4Ef-azxCHzvQ7bgK0WYn96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2-f0a2-857b-8000-000030802c7e.png?kimi-sig=5D84IYXEqxC_lfrML6c_9zVob55B__pyo32xTKwqw0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e-cab2-84d8-8000-0000a3770c03.png?kimi-sig=o88u6PJsRRvOZKgvBkxyvcCU8C6MIXgto-yU1ylwt7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0e-6de2-88bf-8000-00008a745d92.png?kimi-sig=6IcuYqaexH1_kYqZ6duc9pwe2bR7wihtW2uPRLdAKz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14-1162-850a-8000-0000fcbc9ded.png?kimi-sig=gdgZ5eLocZ-kC51GUqmepPUYvj9ak6SnVIIGHtD_FP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13-95f2-896b-8000-000092a33f3c.png?kimi-sig=tlbZpNd3J9XKdcwE7QcQoDsO7LNkhZer3HqfUeHXFN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011d-2c22-8b29-8000-0000bd4dbed9.png?kimi-sig=h2ispNz9nLpBthdeyNdQNxFIoDNSqAUtqD_RPjxYQ2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ProctorLess: Smart Integrity, Zero Surveillance</dc:title>
  <dc:subject>ProctorLess: Smart Integrity, Zero Surveillance</dc:subject>
  <dc:creator>Kimi</dc:creator>
  <cp:lastModifiedBy>Kimi</cp:lastModifiedBy>
  <cp:revision>1</cp:revision>
  <dcterms:created xsi:type="dcterms:W3CDTF">2025-12-21T08:48:17Z</dcterms:created>
  <dcterms:modified xsi:type="dcterms:W3CDTF">2025-12-21T08:48:17Z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{"Label":"ProctorLess: Smart Integrity, Zero Surveillance","ContentProducer":"001191110108MACG2KBH8F10000","ProduceID":"19b400f4-2522-87eb-8000-0000434f2589","ReservedCode1":"","ContentPropagator":"001191110108MACG2KBH8F20000","PropagateID":"19b400f4-2522-87eb-8000-0000434f2589","ReservedCode2":""}</vt:lpwstr>
  </property>
</Properties>
</file>